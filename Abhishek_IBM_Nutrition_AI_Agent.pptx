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Abhishek.rgec@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3451128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ABHISHEK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Abhishek.rgec@gmail.com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9286854680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Nutrition Agent</a:t>
            </a:r>
            <a:endParaRPr lang="en-IN" sz="2400" b="1" dirty="0"/>
          </a:p>
        </p:txBody>
      </p:sp>
      <p:pic>
        <p:nvPicPr>
          <p:cNvPr id="6" name="Picture 5">
            <a:extLst>
              <a:ext uri="{FF2B5EF4-FFF2-40B4-BE49-F238E27FC236}">
                <a16:creationId xmlns:a16="http://schemas.microsoft.com/office/drawing/2014/main" id="{D54A124D-2BF5-7B43-3EE5-6C26785881FA}"/>
              </a:ext>
            </a:extLst>
          </p:cNvPr>
          <p:cNvPicPr>
            <a:picLocks noChangeAspect="1"/>
          </p:cNvPicPr>
          <p:nvPr/>
        </p:nvPicPr>
        <p:blipFill>
          <a:blip r:embed="rId4"/>
          <a:stretch>
            <a:fillRect/>
          </a:stretch>
        </p:blipFill>
        <p:spPr>
          <a:xfrm>
            <a:off x="4442166" y="3683880"/>
            <a:ext cx="1083564" cy="10835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462213"/>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397031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1"/>
            <a:ext cx="5908929" cy="6194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611FAC8E-D5EF-6383-F59E-4AE05D46661B}"/>
              </a:ext>
            </a:extLst>
          </p:cNvPr>
          <p:cNvPicPr>
            <a:picLocks noChangeAspect="1"/>
          </p:cNvPicPr>
          <p:nvPr/>
        </p:nvPicPr>
        <p:blipFill>
          <a:blip r:embed="rId3"/>
          <a:stretch>
            <a:fillRect/>
          </a:stretch>
        </p:blipFill>
        <p:spPr>
          <a:xfrm>
            <a:off x="0" y="511277"/>
            <a:ext cx="12192000" cy="634672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IN" sz="1800" dirty="0"/>
              <a:t>The proposed Nutrition Agent stands out by combining </a:t>
            </a:r>
            <a:r>
              <a:rPr lang="en-IN" sz="1800" b="1" dirty="0"/>
              <a:t>Agentic AI,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https://github.com/as9837783098/Abhishek_IBM_AI_Agent.git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Uploaded following two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 projectpresntation.pptx file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1499</TotalTime>
  <Words>1292</Words>
  <Application>Microsoft Office PowerPoint</Application>
  <PresentationFormat>Widescreen</PresentationFormat>
  <Paragraphs>116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Abhishek Sharma</cp:lastModifiedBy>
  <cp:revision>44</cp:revision>
  <dcterms:created xsi:type="dcterms:W3CDTF">2025-07-08T05:06:56Z</dcterms:created>
  <dcterms:modified xsi:type="dcterms:W3CDTF">2026-04-30T02:09:34Z</dcterms:modified>
</cp:coreProperties>
</file>